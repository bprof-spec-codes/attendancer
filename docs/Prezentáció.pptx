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DEE"/>
    <a:srgbClr val="213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ECA61B-081A-4AD9-9BBF-67F0FF2D28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13576BE-6E65-4FE1-BB0E-55CF9762C7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DF1FE07B-7DD5-44C1-9161-13E6761BD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062CA-6A86-42C0-87B7-06384CA360A4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FD7244F-CE0E-4BC8-AF24-FB5859605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E4FDA12-1012-4CF7-B703-80AEAA80D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C299-8EA9-4ADB-9991-89F134FF8E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09794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34658C-08EF-482A-A865-F80D309E4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2AE0CA0-0882-4303-AF0A-B302D6986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3D6F215-9D76-4AF8-BE39-F3310E39E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062CA-6A86-42C0-87B7-06384CA360A4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BF27FBD-6898-4553-B81F-D7836A05D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59C544F-7D07-4B60-B7C0-16F571FDB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C299-8EA9-4ADB-9991-89F134FF8E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01601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9B1C0FC-29E4-4A14-8820-73F2B5EE2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CB3853D-AB58-4369-811A-DF318D6FC0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AD1E7E1-E164-4246-90A1-39446000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062CA-6A86-42C0-87B7-06384CA360A4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F2D986B-869B-4217-B8FA-E16408EB5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D60DF2C-FE1A-4A88-9894-09BDAC245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C299-8EA9-4ADB-9991-89F134FF8E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61568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895F0DD-2E0E-4E50-A6EE-D42CA745D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C48B1EC-43F0-42C6-9BDD-7BACB9F83B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A979860-082B-4CEE-ACD5-AFB669B92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21838F24-0D59-4FDA-AAC4-410B3CF05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062CA-6A86-42C0-87B7-06384CA360A4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1AC6872-0D76-424D-91B8-6716A959F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9D7C050-FF64-4245-BFD0-6BE9A0870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C299-8EA9-4ADB-9991-89F134FF8E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05068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88D392-C0A7-4B5E-97DD-7242AD252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05542870-0917-4A06-81F4-37456E386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66BD16BC-11F0-4050-B6AA-3A25BE0DF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5564D0A2-67D6-403A-95F3-2E736DC4F6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0A7936E7-F71F-4080-A1EA-1403A76AFB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62DEE7D9-8AB2-495E-A835-6E839A8C5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062CA-6A86-42C0-87B7-06384CA360A4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1A7D55BD-9895-49BE-A6E5-06FD1CB6A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D47EC733-0966-442D-82FA-A2614046A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C299-8EA9-4ADB-9991-89F134FF8E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72367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5754436-C160-4109-A4FF-C26C63A79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6BB6372B-0F20-4727-9CF3-B3F9B8F4B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062CA-6A86-42C0-87B7-06384CA360A4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051C0EE9-BCCA-4C58-A238-DE8E0D4F2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12B4DD29-C37F-4210-AFEE-ACAF6F3BF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C299-8EA9-4ADB-9991-89F134FF8E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6987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79A6E42B-3A7B-4CF2-97AE-14488161F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062CA-6A86-42C0-87B7-06384CA360A4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17468D7-5EF9-4D0F-B0D3-DC65BB97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EF69874-9793-47B7-8357-3604C50F4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C299-8EA9-4ADB-9991-89F134FF8E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2011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39363C-EA2A-47D2-A7A7-BD561649B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756A203-AE3D-4F87-AAE3-AFF138A9C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A3EFCFC-0A6C-49D2-8E45-AEE1410E47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FB711A1A-A4E3-4604-B4DC-B22CC775E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062CA-6A86-42C0-87B7-06384CA360A4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85F31B8-D446-4617-8F6E-EA99C9C27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5B23E2D4-6FC8-4E03-A8B3-3D46A7FED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C299-8EA9-4ADB-9991-89F134FF8E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28436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539B629-4ABB-46F4-B89A-A122EF695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97E25CE9-6998-4E5F-B9EA-92B3B2E645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E6607C5-9608-49F5-A77D-64C1D8762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B6631E8-9643-41D4-A06C-782FC3B94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062CA-6A86-42C0-87B7-06384CA360A4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E16D187-026F-489A-B345-59C5310C3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FFDFCCCD-5347-470F-97AC-3C422F084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C299-8EA9-4ADB-9991-89F134FF8E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411137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17A0D44-1A14-4A76-834A-A3745DB50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1B7E42AC-225D-4AE8-8C57-CD8307C2BF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F917EA5-2DD8-40F5-922C-7CA8C1DEE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062CA-6A86-42C0-87B7-06384CA360A4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AB25F61A-1A45-4C46-8A25-D67071F3B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29EA2BB-0431-4D48-B749-4C2221CC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C299-8EA9-4ADB-9991-89F134FF8E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1648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60B80997-5BAE-4ABD-A886-E536899F93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D4E656AF-C287-4644-8F94-E86A73D51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863CD87-C4A2-482F-83BF-EB4AB6613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062CA-6A86-42C0-87B7-06384CA360A4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E1CACC4-A522-4C1A-B7B3-62DCF1E8E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9E2EF227-F726-4920-A394-8DC226D77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BC299-8EA9-4ADB-9991-89F134FF8E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85637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264581C9-678E-4C79-ADFD-31E035AC4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1EFF7D0-BD77-43D6-B257-893E1E465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E76B329-D4FD-4980-8C4E-8836AC811E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062CA-6A86-42C0-87B7-06384CA360A4}" type="datetimeFigureOut">
              <a:rPr lang="hu-HU" smtClean="0"/>
              <a:t>2025. 12. 09.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429C1C9A-8D39-494E-B7D2-A5765E3D64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E57912C-242F-41C9-BB92-624AA8322F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BC299-8EA9-4ADB-9991-89F134FF8EE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04822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ttendancer.h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F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Ábra 4">
            <a:extLst>
              <a:ext uri="{FF2B5EF4-FFF2-40B4-BE49-F238E27FC236}">
                <a16:creationId xmlns:a16="http://schemas.microsoft.com/office/drawing/2014/main" id="{82E3FABB-2E7C-4793-917E-AA2673B3E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0" y="3076575"/>
            <a:ext cx="4572000" cy="70485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CCDAD627-8C60-4AF5-B247-0A412434B17D}"/>
              </a:ext>
            </a:extLst>
          </p:cNvPr>
          <p:cNvSpPr txBox="1"/>
          <p:nvPr/>
        </p:nvSpPr>
        <p:spPr>
          <a:xfrm>
            <a:off x="4131859" y="4012939"/>
            <a:ext cx="392828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200" dirty="0">
                <a:solidFill>
                  <a:srgbClr val="EDEDEE"/>
                </a:solidFill>
              </a:rPr>
              <a:t>Univerzális jelenléti ív alkalmazás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5504419C-4E72-495A-A69F-4CEA992B21B2}"/>
              </a:ext>
            </a:extLst>
          </p:cNvPr>
          <p:cNvSpPr txBox="1"/>
          <p:nvPr/>
        </p:nvSpPr>
        <p:spPr>
          <a:xfrm>
            <a:off x="203577" y="4770876"/>
            <a:ext cx="3928282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500" b="1" dirty="0">
                <a:solidFill>
                  <a:srgbClr val="EDEDEE"/>
                </a:solidFill>
              </a:rPr>
              <a:t>Csapattagok:</a:t>
            </a:r>
          </a:p>
          <a:p>
            <a:r>
              <a:rPr lang="hu-HU" sz="1500" dirty="0">
                <a:solidFill>
                  <a:srgbClr val="EDEDEE"/>
                </a:solidFill>
              </a:rPr>
              <a:t>Kánya Marci</a:t>
            </a:r>
          </a:p>
          <a:p>
            <a:r>
              <a:rPr lang="hu-HU" sz="1500" dirty="0" err="1">
                <a:solidFill>
                  <a:srgbClr val="EDEDEE"/>
                </a:solidFill>
              </a:rPr>
              <a:t>Orcsik</a:t>
            </a:r>
            <a:r>
              <a:rPr lang="hu-HU" sz="1500" dirty="0">
                <a:solidFill>
                  <a:srgbClr val="EDEDEE"/>
                </a:solidFill>
              </a:rPr>
              <a:t> Roland</a:t>
            </a:r>
          </a:p>
          <a:p>
            <a:r>
              <a:rPr lang="hu-HU" sz="1500" dirty="0">
                <a:solidFill>
                  <a:srgbClr val="EDEDEE"/>
                </a:solidFill>
              </a:rPr>
              <a:t>Schäffer Tamás</a:t>
            </a:r>
          </a:p>
          <a:p>
            <a:r>
              <a:rPr lang="hu-HU" sz="1500" dirty="0">
                <a:solidFill>
                  <a:srgbClr val="EDEDEE"/>
                </a:solidFill>
              </a:rPr>
              <a:t>Kelemen Özséb</a:t>
            </a:r>
          </a:p>
          <a:p>
            <a:r>
              <a:rPr lang="hu-HU" sz="1500" dirty="0" err="1">
                <a:solidFill>
                  <a:srgbClr val="EDEDEE"/>
                </a:solidFill>
              </a:rPr>
              <a:t>Rezsnyák</a:t>
            </a:r>
            <a:r>
              <a:rPr lang="hu-HU" sz="1500" dirty="0">
                <a:solidFill>
                  <a:srgbClr val="EDEDEE"/>
                </a:solidFill>
              </a:rPr>
              <a:t> Dániel</a:t>
            </a:r>
          </a:p>
          <a:p>
            <a:r>
              <a:rPr lang="hu-HU" sz="1500" dirty="0">
                <a:solidFill>
                  <a:srgbClr val="EDEDEE"/>
                </a:solidFill>
              </a:rPr>
              <a:t>Szabó Benedek Zoltán</a:t>
            </a:r>
          </a:p>
          <a:p>
            <a:r>
              <a:rPr lang="hu-HU" sz="1500" dirty="0">
                <a:solidFill>
                  <a:srgbClr val="EDEDEE"/>
                </a:solidFill>
              </a:rPr>
              <a:t>Nagy Bendegúz </a:t>
            </a:r>
            <a:r>
              <a:rPr lang="hu-HU" sz="1500" dirty="0" err="1">
                <a:solidFill>
                  <a:srgbClr val="EDEDEE"/>
                </a:solidFill>
              </a:rPr>
              <a:t>Tonuzóba</a:t>
            </a:r>
            <a:endParaRPr lang="hu-HU" sz="1500" dirty="0">
              <a:solidFill>
                <a:srgbClr val="EDEDEE"/>
              </a:solidFill>
            </a:endParaRPr>
          </a:p>
          <a:p>
            <a:endParaRPr lang="hu-HU" sz="1500" dirty="0">
              <a:solidFill>
                <a:srgbClr val="EDEDE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051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394D78C3-11CF-47BF-9397-E5AD95423D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012980"/>
            <a:ext cx="10515600" cy="2043515"/>
          </a:xfrm>
        </p:spPr>
        <p:txBody>
          <a:bodyPr>
            <a:normAutofit/>
          </a:bodyPr>
          <a:lstStyle/>
          <a:p>
            <a:r>
              <a:rPr lang="hu-HU" sz="2000" dirty="0"/>
              <a:t>Az alkalmazás a </a:t>
            </a:r>
            <a:r>
              <a:rPr lang="hu-HU" sz="2000" dirty="0">
                <a:hlinkClick r:id="rId2"/>
              </a:rPr>
              <a:t>https://attendancer.hu</a:t>
            </a:r>
            <a:r>
              <a:rPr lang="hu-HU" sz="2000" dirty="0"/>
              <a:t> weboldalon érehető el.</a:t>
            </a:r>
          </a:p>
          <a:p>
            <a:r>
              <a:rPr lang="hu-HU" sz="2000" dirty="0"/>
              <a:t>Minden funkció elkészült</a:t>
            </a:r>
          </a:p>
          <a:p>
            <a:r>
              <a:rPr lang="hu-HU" sz="2000" dirty="0" err="1"/>
              <a:t>Többnyelvűsítés</a:t>
            </a:r>
            <a:r>
              <a:rPr lang="hu-HU" sz="2000" dirty="0"/>
              <a:t> – extra funkció</a:t>
            </a:r>
          </a:p>
          <a:p>
            <a:r>
              <a:rPr lang="hu-HU" sz="2000" dirty="0" err="1"/>
              <a:t>Emailes</a:t>
            </a:r>
            <a:r>
              <a:rPr lang="hu-HU" sz="2000" dirty="0"/>
              <a:t> visszajelzés regisztráció esetén </a:t>
            </a:r>
            <a:r>
              <a:rPr lang="hu-HU" sz="2000" dirty="0" err="1"/>
              <a:t>fake</a:t>
            </a:r>
            <a:r>
              <a:rPr lang="hu-HU" sz="2000" dirty="0"/>
              <a:t> </a:t>
            </a:r>
            <a:r>
              <a:rPr lang="hu-HU" sz="2000" dirty="0" err="1"/>
              <a:t>smpt</a:t>
            </a:r>
            <a:r>
              <a:rPr lang="hu-HU" sz="2000" dirty="0"/>
              <a:t> – extra funkció nem került be végül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4928E8BE-2A0F-457D-B104-F4939781625B}"/>
              </a:ext>
            </a:extLst>
          </p:cNvPr>
          <p:cNvSpPr/>
          <p:nvPr/>
        </p:nvSpPr>
        <p:spPr>
          <a:xfrm rot="5400000">
            <a:off x="5352198" y="-5352194"/>
            <a:ext cx="1487606" cy="12192002"/>
          </a:xfrm>
          <a:prstGeom prst="rect">
            <a:avLst/>
          </a:prstGeom>
          <a:solidFill>
            <a:srgbClr val="213F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547307F-7699-4B40-AB38-29A211BF3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025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rgbClr val="EDEDEE"/>
                </a:solidFill>
              </a:rPr>
              <a:t>Kész projekt bemutatása</a:t>
            </a:r>
          </a:p>
        </p:txBody>
      </p:sp>
    </p:spTree>
    <p:extLst>
      <p:ext uri="{BB962C8B-B14F-4D97-AF65-F5344CB8AC3E}">
        <p14:creationId xmlns:p14="http://schemas.microsoft.com/office/powerpoint/2010/main" val="845952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69513B-9D0A-4849-AC63-DEF6C6970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89900"/>
            <a:ext cx="10515600" cy="30807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u-HU" dirty="0"/>
              <a:t>Backendhez felhasznált technológiák:</a:t>
            </a:r>
          </a:p>
          <a:p>
            <a:pPr marL="0" indent="0">
              <a:buNone/>
            </a:pPr>
            <a:r>
              <a:rPr lang="hu-HU" dirty="0"/>
              <a:t>- </a:t>
            </a:r>
            <a:r>
              <a:rPr lang="hu-HU" sz="2200" dirty="0" err="1"/>
              <a:t>Asp.net.core</a:t>
            </a:r>
            <a:r>
              <a:rPr lang="hu-HU" sz="2200" dirty="0"/>
              <a:t> </a:t>
            </a:r>
          </a:p>
          <a:p>
            <a:pPr marL="0" indent="0">
              <a:buNone/>
            </a:pPr>
            <a:r>
              <a:rPr lang="hu-HU" sz="2200" dirty="0"/>
              <a:t>- </a:t>
            </a:r>
            <a:r>
              <a:rPr lang="hu-HU" sz="2200" dirty="0" err="1"/>
              <a:t>Nswag</a:t>
            </a:r>
            <a:endParaRPr lang="hu-HU" sz="2200" dirty="0"/>
          </a:p>
          <a:p>
            <a:pPr>
              <a:buFontTx/>
              <a:buChar char="-"/>
            </a:pPr>
            <a:r>
              <a:rPr lang="hu-HU" sz="2200" dirty="0" err="1"/>
              <a:t>QRCoder</a:t>
            </a:r>
            <a:endParaRPr lang="hu-HU" sz="2200" dirty="0"/>
          </a:p>
          <a:p>
            <a:pPr>
              <a:buFontTx/>
              <a:buChar char="-"/>
            </a:pPr>
            <a:r>
              <a:rPr lang="hu-HU" sz="2200" dirty="0" err="1"/>
              <a:t>BCrypt</a:t>
            </a:r>
            <a:r>
              <a:rPr lang="hu-HU" sz="2200" dirty="0"/>
              <a:t> – jelszavak </a:t>
            </a:r>
          </a:p>
          <a:p>
            <a:pPr>
              <a:buFontTx/>
              <a:buChar char="-"/>
            </a:pPr>
            <a:r>
              <a:rPr lang="hu-HU" sz="2200" dirty="0" err="1"/>
              <a:t>AutoMapper</a:t>
            </a:r>
            <a:r>
              <a:rPr lang="hu-HU" sz="2200" dirty="0"/>
              <a:t> </a:t>
            </a:r>
          </a:p>
          <a:p>
            <a:pPr>
              <a:buFontTx/>
              <a:buChar char="-"/>
            </a:pPr>
            <a:r>
              <a:rPr lang="hu-HU" sz="2200" dirty="0" err="1"/>
              <a:t>MailKit</a:t>
            </a:r>
            <a:r>
              <a:rPr lang="hu-HU" sz="2200" dirty="0"/>
              <a:t>, </a:t>
            </a:r>
            <a:r>
              <a:rPr lang="hu-HU" sz="2200" dirty="0" err="1"/>
              <a:t>MimeKit</a:t>
            </a:r>
            <a:endParaRPr lang="hu-HU" sz="2200" dirty="0"/>
          </a:p>
          <a:p>
            <a:pPr marL="0" indent="0">
              <a:buNone/>
            </a:pPr>
            <a:endParaRPr lang="hu-HU" dirty="0"/>
          </a:p>
          <a:p>
            <a:endParaRPr lang="hu-HU" dirty="0"/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6DBAA51B-AACB-41C1-8428-8E42BE7B21CD}"/>
              </a:ext>
            </a:extLst>
          </p:cNvPr>
          <p:cNvSpPr/>
          <p:nvPr/>
        </p:nvSpPr>
        <p:spPr>
          <a:xfrm rot="5400000">
            <a:off x="5352198" y="-5352194"/>
            <a:ext cx="1487606" cy="12192002"/>
          </a:xfrm>
          <a:prstGeom prst="rect">
            <a:avLst/>
          </a:prstGeom>
          <a:solidFill>
            <a:srgbClr val="213F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5243B04-045E-4A69-B78D-1FC1EFAF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791" y="162047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rgbClr val="EDEDEE"/>
                </a:solidFill>
              </a:rPr>
              <a:t>Szakmai oldal</a:t>
            </a:r>
          </a:p>
        </p:txBody>
      </p:sp>
    </p:spTree>
    <p:extLst>
      <p:ext uri="{BB962C8B-B14F-4D97-AF65-F5344CB8AC3E}">
        <p14:creationId xmlns:p14="http://schemas.microsoft.com/office/powerpoint/2010/main" val="167723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69513B-9D0A-4849-AC63-DEF6C6970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69680"/>
            <a:ext cx="10515600" cy="25484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Frontendhez felhasznált technológiák:</a:t>
            </a:r>
          </a:p>
          <a:p>
            <a:pPr>
              <a:buFontTx/>
              <a:buChar char="-"/>
            </a:pPr>
            <a:r>
              <a:rPr lang="hu-HU" sz="2000" dirty="0" err="1"/>
              <a:t>HttpClient</a:t>
            </a:r>
            <a:endParaRPr lang="hu-HU" sz="2000" dirty="0"/>
          </a:p>
          <a:p>
            <a:pPr>
              <a:buFontTx/>
              <a:buChar char="-"/>
            </a:pPr>
            <a:r>
              <a:rPr lang="hu-HU" sz="2000" dirty="0" err="1"/>
              <a:t>Interceptor</a:t>
            </a:r>
            <a:endParaRPr lang="hu-HU" sz="2000" dirty="0"/>
          </a:p>
          <a:p>
            <a:pPr>
              <a:buFontTx/>
              <a:buChar char="-"/>
            </a:pPr>
            <a:r>
              <a:rPr lang="hu-HU" sz="2000" dirty="0" err="1"/>
              <a:t>TranslateLoader</a:t>
            </a:r>
            <a:r>
              <a:rPr lang="hu-HU" sz="2000" dirty="0"/>
              <a:t>, </a:t>
            </a:r>
            <a:r>
              <a:rPr lang="hu-HU" sz="2000" dirty="0" err="1"/>
              <a:t>TranslateModule</a:t>
            </a:r>
            <a:endParaRPr lang="hu-HU" sz="2000" dirty="0"/>
          </a:p>
          <a:p>
            <a:pPr>
              <a:buFontTx/>
              <a:buChar char="-"/>
            </a:pPr>
            <a:r>
              <a:rPr lang="hu-HU" sz="2000" dirty="0" err="1"/>
              <a:t>Bootstrap</a:t>
            </a:r>
            <a:endParaRPr lang="hu-HU" sz="2000" dirty="0"/>
          </a:p>
          <a:p>
            <a:pPr>
              <a:buFontTx/>
              <a:buChar char="-"/>
            </a:pPr>
            <a:r>
              <a:rPr lang="hu-HU" sz="2000" dirty="0" err="1"/>
              <a:t>Forms</a:t>
            </a:r>
            <a:r>
              <a:rPr lang="hu-HU" sz="2000" dirty="0"/>
              <a:t> </a:t>
            </a:r>
            <a:r>
              <a:rPr lang="hu-HU" sz="2000" dirty="0" err="1"/>
              <a:t>Module</a:t>
            </a:r>
            <a:endParaRPr lang="hu-HU" sz="2000" dirty="0"/>
          </a:p>
          <a:p>
            <a:endParaRPr lang="hu-HU" dirty="0"/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6DBAA51B-AACB-41C1-8428-8E42BE7B21CD}"/>
              </a:ext>
            </a:extLst>
          </p:cNvPr>
          <p:cNvSpPr/>
          <p:nvPr/>
        </p:nvSpPr>
        <p:spPr>
          <a:xfrm rot="5400000">
            <a:off x="5352198" y="-5352194"/>
            <a:ext cx="1487606" cy="12192002"/>
          </a:xfrm>
          <a:prstGeom prst="rect">
            <a:avLst/>
          </a:prstGeom>
          <a:solidFill>
            <a:srgbClr val="213F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5243B04-045E-4A69-B78D-1FC1EFAF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791" y="162047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rgbClr val="EDEDEE"/>
                </a:solidFill>
              </a:rPr>
              <a:t>Szakmai oldal</a:t>
            </a:r>
          </a:p>
        </p:txBody>
      </p:sp>
    </p:spTree>
    <p:extLst>
      <p:ext uri="{BB962C8B-B14F-4D97-AF65-F5344CB8AC3E}">
        <p14:creationId xmlns:p14="http://schemas.microsoft.com/office/powerpoint/2010/main" val="3451731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69513B-9D0A-4849-AC63-DEF6C6970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0029"/>
            <a:ext cx="10515600" cy="4116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Fejlesztés menete:</a:t>
            </a:r>
          </a:p>
          <a:p>
            <a:pPr>
              <a:buFontTx/>
              <a:buChar char="-"/>
            </a:pPr>
            <a:r>
              <a:rPr lang="hu-HU" sz="2000" dirty="0"/>
              <a:t>Adatbázis tervezés </a:t>
            </a:r>
            <a:r>
              <a:rPr lang="hu-HU" sz="2000" dirty="0" err="1"/>
              <a:t>DBFirst</a:t>
            </a:r>
            <a:endParaRPr lang="hu-HU" sz="2000" dirty="0"/>
          </a:p>
          <a:p>
            <a:pPr>
              <a:buFontTx/>
              <a:buChar char="-"/>
            </a:pPr>
            <a:r>
              <a:rPr lang="hu-HU" sz="2000" dirty="0"/>
              <a:t>API végpontok tervezése –</a:t>
            </a:r>
            <a:r>
              <a:rPr lang="en-US" sz="2000" dirty="0"/>
              <a:t>&gt; K</a:t>
            </a:r>
            <a:r>
              <a:rPr lang="hu-HU" sz="2000" dirty="0" err="1"/>
              <a:t>ésőbb</a:t>
            </a:r>
            <a:r>
              <a:rPr lang="hu-HU" sz="2000" dirty="0"/>
              <a:t> </a:t>
            </a:r>
            <a:r>
              <a:rPr lang="hu-HU" sz="2000" dirty="0" err="1"/>
              <a:t>Nswag</a:t>
            </a:r>
            <a:endParaRPr lang="hu-HU" sz="2000" dirty="0"/>
          </a:p>
          <a:p>
            <a:pPr>
              <a:buFontTx/>
              <a:buChar char="-"/>
            </a:pPr>
            <a:r>
              <a:rPr lang="hu-HU" sz="2000" dirty="0"/>
              <a:t>Frontend komponens kapcsolat tervezés</a:t>
            </a:r>
          </a:p>
          <a:p>
            <a:pPr>
              <a:buFontTx/>
              <a:buChar char="-"/>
            </a:pPr>
            <a:r>
              <a:rPr lang="hu-HU" sz="2000" dirty="0" err="1"/>
              <a:t>Figma</a:t>
            </a:r>
            <a:r>
              <a:rPr lang="hu-HU" sz="2000" dirty="0"/>
              <a:t> webdesign és </a:t>
            </a:r>
            <a:r>
              <a:rPr lang="hu-HU" sz="2000" dirty="0" err="1"/>
              <a:t>demo</a:t>
            </a:r>
            <a:endParaRPr lang="hu-HU" sz="2000" dirty="0"/>
          </a:p>
          <a:p>
            <a:pPr>
              <a:buFontTx/>
              <a:buChar char="-"/>
            </a:pPr>
            <a:r>
              <a:rPr lang="hu-HU" sz="2000" dirty="0"/>
              <a:t>Backend fejlesztése</a:t>
            </a:r>
          </a:p>
          <a:p>
            <a:pPr>
              <a:buFontTx/>
              <a:buChar char="-"/>
            </a:pPr>
            <a:r>
              <a:rPr lang="hu-HU" sz="2000" dirty="0"/>
              <a:t>Frontend szimultán </a:t>
            </a:r>
            <a:r>
              <a:rPr lang="hu-HU" sz="2000" dirty="0" err="1"/>
              <a:t>mock</a:t>
            </a:r>
            <a:r>
              <a:rPr lang="hu-HU" sz="2000" dirty="0"/>
              <a:t> adatokkal történő fejlesztése</a:t>
            </a:r>
          </a:p>
          <a:p>
            <a:pPr>
              <a:buFontTx/>
              <a:buChar char="-"/>
            </a:pPr>
            <a:r>
              <a:rPr lang="hu-HU" sz="2000" dirty="0"/>
              <a:t>Weboldal design </a:t>
            </a:r>
            <a:r>
              <a:rPr lang="hu-HU" sz="2000" dirty="0" err="1"/>
              <a:t>html</a:t>
            </a:r>
            <a:r>
              <a:rPr lang="hu-HU" sz="2000" dirty="0"/>
              <a:t>/</a:t>
            </a:r>
            <a:r>
              <a:rPr lang="hu-HU" sz="2000" dirty="0" err="1"/>
              <a:t>css</a:t>
            </a:r>
            <a:r>
              <a:rPr lang="hu-HU" sz="2000" dirty="0"/>
              <a:t> létrehozása</a:t>
            </a:r>
          </a:p>
          <a:p>
            <a:pPr>
              <a:buFontTx/>
              <a:buChar char="-"/>
            </a:pPr>
            <a:r>
              <a:rPr lang="hu-HU" sz="2000" dirty="0" err="1"/>
              <a:t>Mock</a:t>
            </a:r>
            <a:r>
              <a:rPr lang="hu-HU" sz="2000" dirty="0"/>
              <a:t> adatok lecserélése backend API útvonalakra</a:t>
            </a:r>
          </a:p>
          <a:p>
            <a:pPr>
              <a:buFontTx/>
              <a:buChar char="-"/>
            </a:pPr>
            <a:r>
              <a:rPr lang="hu-HU" sz="2000" dirty="0"/>
              <a:t>Kész alkalmazás kitelepítése szerverre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6DBAA51B-AACB-41C1-8428-8E42BE7B21CD}"/>
              </a:ext>
            </a:extLst>
          </p:cNvPr>
          <p:cNvSpPr/>
          <p:nvPr/>
        </p:nvSpPr>
        <p:spPr>
          <a:xfrm rot="5400000">
            <a:off x="5352198" y="-5352194"/>
            <a:ext cx="1487606" cy="12192002"/>
          </a:xfrm>
          <a:prstGeom prst="rect">
            <a:avLst/>
          </a:prstGeom>
          <a:solidFill>
            <a:srgbClr val="213F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5243B04-045E-4A69-B78D-1FC1EFAF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791" y="162047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rgbClr val="EDEDEE"/>
                </a:solidFill>
              </a:rPr>
              <a:t>Szakmai oldal</a:t>
            </a:r>
          </a:p>
        </p:txBody>
      </p:sp>
    </p:spTree>
    <p:extLst>
      <p:ext uri="{BB962C8B-B14F-4D97-AF65-F5344CB8AC3E}">
        <p14:creationId xmlns:p14="http://schemas.microsoft.com/office/powerpoint/2010/main" val="2937150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69513B-9D0A-4849-AC63-DEF6C6970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0029"/>
            <a:ext cx="10515600" cy="41165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Kiválasztott technológiák:</a:t>
            </a:r>
          </a:p>
          <a:p>
            <a:pPr>
              <a:buFontTx/>
              <a:buChar char="-"/>
            </a:pPr>
            <a:r>
              <a:rPr lang="hu-HU" sz="2000" dirty="0"/>
              <a:t>C# ASP.NET </a:t>
            </a:r>
            <a:r>
              <a:rPr lang="hu-HU" sz="2000" dirty="0" err="1"/>
              <a:t>Core</a:t>
            </a:r>
            <a:r>
              <a:rPr lang="hu-HU" sz="2000" dirty="0"/>
              <a:t> backend</a:t>
            </a:r>
          </a:p>
          <a:p>
            <a:pPr marL="0" indent="0">
              <a:buNone/>
            </a:pPr>
            <a:r>
              <a:rPr lang="hu-HU" sz="2000" dirty="0"/>
              <a:t>-   </a:t>
            </a:r>
            <a:r>
              <a:rPr lang="hu-HU" sz="2000" dirty="0" err="1"/>
              <a:t>Angular</a:t>
            </a:r>
            <a:r>
              <a:rPr lang="hu-HU" sz="2000" dirty="0"/>
              <a:t> alkalmazás</a:t>
            </a:r>
          </a:p>
          <a:p>
            <a:pPr>
              <a:buFontTx/>
              <a:buChar char="-"/>
            </a:pPr>
            <a:r>
              <a:rPr lang="hu-HU" sz="2000" dirty="0"/>
              <a:t>MSSQL</a:t>
            </a:r>
          </a:p>
          <a:p>
            <a:pPr>
              <a:buFontTx/>
              <a:buChar char="-"/>
            </a:pPr>
            <a:r>
              <a:rPr lang="hu-HU" sz="2000" dirty="0" err="1"/>
              <a:t>Rackforesten</a:t>
            </a:r>
            <a:r>
              <a:rPr lang="hu-HU" sz="2000" dirty="0"/>
              <a:t> bérelt szerver</a:t>
            </a:r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6DBAA51B-AACB-41C1-8428-8E42BE7B21CD}"/>
              </a:ext>
            </a:extLst>
          </p:cNvPr>
          <p:cNvSpPr/>
          <p:nvPr/>
        </p:nvSpPr>
        <p:spPr>
          <a:xfrm rot="5400000">
            <a:off x="5352198" y="-5352194"/>
            <a:ext cx="1487606" cy="12192002"/>
          </a:xfrm>
          <a:prstGeom prst="rect">
            <a:avLst/>
          </a:prstGeom>
          <a:solidFill>
            <a:srgbClr val="213F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5243B04-045E-4A69-B78D-1FC1EFAF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791" y="162047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rgbClr val="EDEDEE"/>
                </a:solidFill>
              </a:rPr>
              <a:t>Szakmai oldal</a:t>
            </a:r>
          </a:p>
        </p:txBody>
      </p:sp>
    </p:spTree>
    <p:extLst>
      <p:ext uri="{BB962C8B-B14F-4D97-AF65-F5344CB8AC3E}">
        <p14:creationId xmlns:p14="http://schemas.microsoft.com/office/powerpoint/2010/main" val="2956306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69513B-9D0A-4849-AC63-DEF6C6970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00029"/>
            <a:ext cx="10515600" cy="8888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u-HU" dirty="0"/>
              <a:t>Verziókövetési stratégia:</a:t>
            </a:r>
          </a:p>
          <a:p>
            <a:pPr>
              <a:buFontTx/>
              <a:buChar char="-"/>
            </a:pPr>
            <a:r>
              <a:rPr lang="hu-HU" sz="2000" dirty="0" err="1"/>
              <a:t>GitFlow</a:t>
            </a:r>
            <a:r>
              <a:rPr lang="hu-HU" sz="2000" dirty="0"/>
              <a:t>: </a:t>
            </a:r>
            <a:r>
              <a:rPr lang="hu-HU" sz="2000" dirty="0" err="1"/>
              <a:t>master</a:t>
            </a:r>
            <a:r>
              <a:rPr lang="hu-HU" sz="2000" dirty="0"/>
              <a:t>, </a:t>
            </a:r>
            <a:r>
              <a:rPr lang="hu-HU" sz="2000" dirty="0" err="1"/>
              <a:t>develop</a:t>
            </a:r>
            <a:r>
              <a:rPr lang="hu-HU" sz="2000" dirty="0"/>
              <a:t>, </a:t>
            </a:r>
            <a:r>
              <a:rPr lang="hu-HU" sz="2000" dirty="0" err="1"/>
              <a:t>feature</a:t>
            </a:r>
            <a:r>
              <a:rPr lang="hu-HU" sz="2000" dirty="0"/>
              <a:t>, </a:t>
            </a:r>
            <a:r>
              <a:rPr lang="hu-HU" sz="2000" dirty="0" err="1"/>
              <a:t>refactor</a:t>
            </a:r>
            <a:r>
              <a:rPr lang="hu-HU" sz="2000" dirty="0"/>
              <a:t>, </a:t>
            </a:r>
            <a:r>
              <a:rPr lang="hu-HU" sz="2000" dirty="0" err="1"/>
              <a:t>bugfix</a:t>
            </a:r>
            <a:r>
              <a:rPr lang="hu-HU" sz="2000" dirty="0"/>
              <a:t>, fix</a:t>
            </a:r>
          </a:p>
          <a:p>
            <a:pPr>
              <a:buFontTx/>
              <a:buChar char="-"/>
            </a:pPr>
            <a:endParaRPr lang="hu-HU" sz="2000" dirty="0"/>
          </a:p>
          <a:p>
            <a:pPr marL="0" indent="0">
              <a:buNone/>
            </a:pPr>
            <a:endParaRPr lang="hu-HU" sz="2000" dirty="0"/>
          </a:p>
        </p:txBody>
      </p:sp>
      <p:sp>
        <p:nvSpPr>
          <p:cNvPr id="4" name="Téglalap 3">
            <a:extLst>
              <a:ext uri="{FF2B5EF4-FFF2-40B4-BE49-F238E27FC236}">
                <a16:creationId xmlns:a16="http://schemas.microsoft.com/office/drawing/2014/main" id="{6DBAA51B-AACB-41C1-8428-8E42BE7B21CD}"/>
              </a:ext>
            </a:extLst>
          </p:cNvPr>
          <p:cNvSpPr/>
          <p:nvPr/>
        </p:nvSpPr>
        <p:spPr>
          <a:xfrm rot="5400000">
            <a:off x="5352198" y="-5352194"/>
            <a:ext cx="1487606" cy="12192002"/>
          </a:xfrm>
          <a:prstGeom prst="rect">
            <a:avLst/>
          </a:prstGeom>
          <a:solidFill>
            <a:srgbClr val="213F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5243B04-045E-4A69-B78D-1FC1EFAF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791" y="162047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rgbClr val="EDEDEE"/>
                </a:solidFill>
              </a:rPr>
              <a:t>Szakmai oldal</a:t>
            </a:r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00676286-5C20-4242-A4F0-4DF1B94EC6B6}"/>
              </a:ext>
            </a:extLst>
          </p:cNvPr>
          <p:cNvSpPr txBox="1">
            <a:spLocks/>
          </p:cNvSpPr>
          <p:nvPr/>
        </p:nvSpPr>
        <p:spPr>
          <a:xfrm>
            <a:off x="990600" y="3424725"/>
            <a:ext cx="10515600" cy="2587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hu-HU" dirty="0"/>
              <a:t>Sprintek alatt felmerültek</a:t>
            </a:r>
          </a:p>
          <a:p>
            <a:pPr>
              <a:buFontTx/>
              <a:buChar char="-"/>
            </a:pPr>
            <a:r>
              <a:rPr lang="hu-HU" sz="2000" dirty="0"/>
              <a:t>Sprint 1:</a:t>
            </a:r>
          </a:p>
          <a:p>
            <a:pPr marL="0" indent="0">
              <a:buNone/>
            </a:pPr>
            <a:r>
              <a:rPr lang="hu-HU" sz="2000" dirty="0"/>
              <a:t>     - </a:t>
            </a:r>
            <a:r>
              <a:rPr lang="hu-HU" sz="2000" dirty="0" err="1"/>
              <a:t>Taskok</a:t>
            </a:r>
            <a:r>
              <a:rPr lang="hu-HU" sz="2000" dirty="0"/>
              <a:t> kisebb egységekre bontása, </a:t>
            </a:r>
            <a:r>
              <a:rPr lang="hu-HU" sz="2000" dirty="0" err="1"/>
              <a:t>pull</a:t>
            </a:r>
            <a:r>
              <a:rPr lang="hu-HU" sz="2000" dirty="0"/>
              <a:t> </a:t>
            </a:r>
            <a:r>
              <a:rPr lang="hu-HU" sz="2000" dirty="0" err="1"/>
              <a:t>requestek</a:t>
            </a:r>
            <a:r>
              <a:rPr lang="hu-HU" sz="2000" dirty="0"/>
              <a:t> gyorsabb kezelése</a:t>
            </a:r>
          </a:p>
          <a:p>
            <a:pPr>
              <a:buFontTx/>
              <a:buChar char="-"/>
            </a:pPr>
            <a:r>
              <a:rPr lang="hu-HU" sz="2000" dirty="0"/>
              <a:t>Sprint 2:</a:t>
            </a:r>
          </a:p>
          <a:p>
            <a:pPr marL="0" indent="0">
              <a:buNone/>
            </a:pPr>
            <a:r>
              <a:rPr lang="hu-HU" sz="2000" dirty="0"/>
              <a:t>     - </a:t>
            </a:r>
            <a:r>
              <a:rPr lang="hu-HU" sz="2000" dirty="0" err="1"/>
              <a:t>Pull</a:t>
            </a:r>
            <a:r>
              <a:rPr lang="hu-HU" sz="2000" dirty="0"/>
              <a:t> </a:t>
            </a:r>
            <a:r>
              <a:rPr lang="hu-HU" sz="2000" dirty="0" err="1"/>
              <a:t>requestek</a:t>
            </a:r>
            <a:r>
              <a:rPr lang="hu-HU" sz="2000" dirty="0"/>
              <a:t> gyorsabb kezelése, több </a:t>
            </a:r>
            <a:r>
              <a:rPr lang="hu-HU" sz="2000" dirty="0" err="1"/>
              <a:t>one-on</a:t>
            </a:r>
            <a:r>
              <a:rPr lang="hu-HU" sz="2000" dirty="0"/>
              <a:t> </a:t>
            </a:r>
            <a:r>
              <a:rPr lang="hu-HU" sz="2000" dirty="0" err="1"/>
              <a:t>one</a:t>
            </a:r>
            <a:r>
              <a:rPr lang="hu-HU" sz="2000" dirty="0"/>
              <a:t> megbeszélés a fejlesztői körök között</a:t>
            </a:r>
          </a:p>
        </p:txBody>
      </p:sp>
    </p:spTree>
    <p:extLst>
      <p:ext uri="{BB962C8B-B14F-4D97-AF65-F5344CB8AC3E}">
        <p14:creationId xmlns:p14="http://schemas.microsoft.com/office/powerpoint/2010/main" val="2621816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6DBAA51B-AACB-41C1-8428-8E42BE7B21CD}"/>
              </a:ext>
            </a:extLst>
          </p:cNvPr>
          <p:cNvSpPr/>
          <p:nvPr/>
        </p:nvSpPr>
        <p:spPr>
          <a:xfrm rot="5400000">
            <a:off x="5352198" y="-5352194"/>
            <a:ext cx="1487606" cy="12192002"/>
          </a:xfrm>
          <a:prstGeom prst="rect">
            <a:avLst/>
          </a:prstGeom>
          <a:solidFill>
            <a:srgbClr val="213F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5243B04-045E-4A69-B78D-1FC1EFAF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791" y="162047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rgbClr val="EDEDEE"/>
                </a:solidFill>
              </a:rPr>
              <a:t>Szakmai oldal</a:t>
            </a:r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00676286-5C20-4242-A4F0-4DF1B94EC6B6}"/>
              </a:ext>
            </a:extLst>
          </p:cNvPr>
          <p:cNvSpPr txBox="1">
            <a:spLocks/>
          </p:cNvSpPr>
          <p:nvPr/>
        </p:nvSpPr>
        <p:spPr>
          <a:xfrm>
            <a:off x="990600" y="3104003"/>
            <a:ext cx="10515600" cy="179554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hu-HU" dirty="0"/>
              <a:t>Munka a csoportban:</a:t>
            </a:r>
          </a:p>
          <a:p>
            <a:pPr>
              <a:buFontTx/>
              <a:buChar char="-"/>
            </a:pPr>
            <a:r>
              <a:rPr lang="hu-HU" sz="2000" dirty="0"/>
              <a:t>Szakmai oldal: összeszedett munka, kitűzött </a:t>
            </a:r>
            <a:r>
              <a:rPr lang="hu-HU" sz="2000" dirty="0" err="1"/>
              <a:t>taskok</a:t>
            </a:r>
            <a:r>
              <a:rPr lang="hu-HU" sz="2000" dirty="0"/>
              <a:t> sikeres elvégzése</a:t>
            </a:r>
          </a:p>
          <a:p>
            <a:pPr>
              <a:buFontTx/>
              <a:buChar char="-"/>
            </a:pPr>
            <a:r>
              <a:rPr lang="hu-HU" sz="2000" dirty="0"/>
              <a:t>Emberi oldal: kellemesen eltelt idő, konfliktus mentes, rugalmasság, segítőkészség</a:t>
            </a:r>
          </a:p>
          <a:p>
            <a:pPr>
              <a:buFontTx/>
              <a:buChar char="-"/>
            </a:pPr>
            <a:r>
              <a:rPr lang="hu-HU" sz="2000" dirty="0"/>
              <a:t>Munkaelosztás: Egyenletesen elosztott munkavégzés, mindig volt feladata mindenkinek a csapatban, besegítés másoknak elfogyott </a:t>
            </a:r>
            <a:r>
              <a:rPr lang="hu-HU" sz="2000" dirty="0" err="1"/>
              <a:t>taskok</a:t>
            </a:r>
            <a:r>
              <a:rPr lang="hu-HU" sz="2000" dirty="0"/>
              <a:t> esetén</a:t>
            </a:r>
          </a:p>
        </p:txBody>
      </p:sp>
    </p:spTree>
    <p:extLst>
      <p:ext uri="{BB962C8B-B14F-4D97-AF65-F5344CB8AC3E}">
        <p14:creationId xmlns:p14="http://schemas.microsoft.com/office/powerpoint/2010/main" val="4172219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6DBAA51B-AACB-41C1-8428-8E42BE7B21CD}"/>
              </a:ext>
            </a:extLst>
          </p:cNvPr>
          <p:cNvSpPr/>
          <p:nvPr/>
        </p:nvSpPr>
        <p:spPr>
          <a:xfrm rot="5400000">
            <a:off x="5352198" y="-5352194"/>
            <a:ext cx="1487606" cy="12192002"/>
          </a:xfrm>
          <a:prstGeom prst="rect">
            <a:avLst/>
          </a:prstGeom>
          <a:solidFill>
            <a:srgbClr val="213F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5243B04-045E-4A69-B78D-1FC1EFAF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791" y="162047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rgbClr val="EDEDEE"/>
                </a:solidFill>
              </a:rPr>
              <a:t>Szakmai oldal</a:t>
            </a:r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00676286-5C20-4242-A4F0-4DF1B94EC6B6}"/>
              </a:ext>
            </a:extLst>
          </p:cNvPr>
          <p:cNvSpPr txBox="1">
            <a:spLocks/>
          </p:cNvSpPr>
          <p:nvPr/>
        </p:nvSpPr>
        <p:spPr>
          <a:xfrm>
            <a:off x="990600" y="2162306"/>
            <a:ext cx="10515600" cy="33240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hu-HU" sz="2000" dirty="0"/>
              <a:t>Felmerült problémák fejlesztés alatt:</a:t>
            </a:r>
          </a:p>
          <a:p>
            <a:pPr>
              <a:buFontTx/>
              <a:buChar char="-"/>
            </a:pPr>
            <a:r>
              <a:rPr lang="hu-HU" sz="2000" dirty="0"/>
              <a:t>JWT </a:t>
            </a:r>
            <a:r>
              <a:rPr lang="hu-HU" sz="2000" dirty="0" err="1"/>
              <a:t>token</a:t>
            </a:r>
            <a:r>
              <a:rPr lang="hu-HU" sz="2000" dirty="0"/>
              <a:t> érvényes maradt felhasználó </a:t>
            </a:r>
            <a:r>
              <a:rPr lang="hu-HU" sz="2000" dirty="0" err="1"/>
              <a:t>soft</a:t>
            </a:r>
            <a:r>
              <a:rPr lang="hu-HU" sz="2000" dirty="0"/>
              <a:t> </a:t>
            </a:r>
            <a:r>
              <a:rPr lang="hu-HU" sz="2000" dirty="0" err="1"/>
              <a:t>delete</a:t>
            </a:r>
            <a:r>
              <a:rPr lang="hu-HU" sz="2000" dirty="0"/>
              <a:t> után is a lejártáig</a:t>
            </a:r>
          </a:p>
          <a:p>
            <a:pPr marL="0" indent="0">
              <a:buNone/>
            </a:pPr>
            <a:r>
              <a:rPr lang="hu-HU" sz="2000" dirty="0"/>
              <a:t>    - Megoldás egy </a:t>
            </a:r>
            <a:r>
              <a:rPr lang="hu-HU" sz="2000" dirty="0" err="1"/>
              <a:t>Middleware</a:t>
            </a:r>
            <a:r>
              <a:rPr lang="hu-HU" sz="2000" dirty="0"/>
              <a:t>:</a:t>
            </a:r>
            <a:r>
              <a:rPr lang="en-US" sz="2000" dirty="0"/>
              <a:t> </a:t>
            </a:r>
            <a:r>
              <a:rPr lang="hu-HU" sz="2000" dirty="0"/>
              <a:t>Ellenőrzi az </a:t>
            </a:r>
            <a:r>
              <a:rPr lang="hu-HU" sz="2000" dirty="0" err="1"/>
              <a:t>isDeleted</a:t>
            </a:r>
            <a:r>
              <a:rPr lang="hu-HU" sz="2000" dirty="0"/>
              <a:t> értékét kérés esetén -</a:t>
            </a:r>
            <a:r>
              <a:rPr lang="en-US" sz="2000" dirty="0"/>
              <a:t>&gt; </a:t>
            </a:r>
            <a:r>
              <a:rPr lang="hu-HU" sz="2000" dirty="0"/>
              <a:t>401-es </a:t>
            </a:r>
            <a:r>
              <a:rPr lang="hu-HU" sz="2000" dirty="0" err="1"/>
              <a:t>response</a:t>
            </a:r>
            <a:endParaRPr lang="hu-HU" sz="2000" dirty="0"/>
          </a:p>
          <a:p>
            <a:pPr>
              <a:buFontTx/>
              <a:buChar char="-"/>
            </a:pPr>
            <a:r>
              <a:rPr lang="hu-HU" sz="2000" dirty="0" err="1"/>
              <a:t>GetEvents</a:t>
            </a:r>
            <a:r>
              <a:rPr lang="hu-HU" sz="2000" dirty="0"/>
              <a:t> nem írta ki a </a:t>
            </a:r>
            <a:r>
              <a:rPr lang="hu-HU" sz="2000" dirty="0" err="1"/>
              <a:t>Participants</a:t>
            </a:r>
            <a:r>
              <a:rPr lang="hu-HU" sz="2000" dirty="0"/>
              <a:t> listát</a:t>
            </a:r>
          </a:p>
          <a:p>
            <a:pPr marL="0" indent="0">
              <a:buNone/>
            </a:pPr>
            <a:r>
              <a:rPr lang="hu-HU" sz="2000" dirty="0"/>
              <a:t>    - Megoldás: </a:t>
            </a:r>
            <a:r>
              <a:rPr lang="hu-HU" sz="2000" dirty="0" err="1"/>
              <a:t>Lazy</a:t>
            </a:r>
            <a:r>
              <a:rPr lang="hu-HU" sz="2000" dirty="0"/>
              <a:t> </a:t>
            </a:r>
            <a:r>
              <a:rPr lang="hu-HU" sz="2000" dirty="0" err="1"/>
              <a:t>loading</a:t>
            </a:r>
            <a:r>
              <a:rPr lang="hu-HU" sz="2000" dirty="0"/>
              <a:t> a backenden </a:t>
            </a:r>
          </a:p>
        </p:txBody>
      </p:sp>
    </p:spTree>
    <p:extLst>
      <p:ext uri="{BB962C8B-B14F-4D97-AF65-F5344CB8AC3E}">
        <p14:creationId xmlns:p14="http://schemas.microsoft.com/office/powerpoint/2010/main" val="3740094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>
            <a:extLst>
              <a:ext uri="{FF2B5EF4-FFF2-40B4-BE49-F238E27FC236}">
                <a16:creationId xmlns:a16="http://schemas.microsoft.com/office/drawing/2014/main" id="{6DBAA51B-AACB-41C1-8428-8E42BE7B21CD}"/>
              </a:ext>
            </a:extLst>
          </p:cNvPr>
          <p:cNvSpPr/>
          <p:nvPr/>
        </p:nvSpPr>
        <p:spPr>
          <a:xfrm rot="5400000">
            <a:off x="5352198" y="-5352194"/>
            <a:ext cx="1487606" cy="12192002"/>
          </a:xfrm>
          <a:prstGeom prst="rect">
            <a:avLst/>
          </a:prstGeom>
          <a:solidFill>
            <a:srgbClr val="213F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D5243B04-045E-4A69-B78D-1FC1EFAF5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791" y="162047"/>
            <a:ext cx="10515600" cy="1325563"/>
          </a:xfrm>
        </p:spPr>
        <p:txBody>
          <a:bodyPr/>
          <a:lstStyle/>
          <a:p>
            <a:r>
              <a:rPr lang="hu-HU" dirty="0">
                <a:solidFill>
                  <a:srgbClr val="EDEDEE"/>
                </a:solidFill>
              </a:rPr>
              <a:t>Szakmai oldal</a:t>
            </a:r>
          </a:p>
        </p:txBody>
      </p:sp>
      <p:sp>
        <p:nvSpPr>
          <p:cNvPr id="5" name="Tartalom helye 2">
            <a:extLst>
              <a:ext uri="{FF2B5EF4-FFF2-40B4-BE49-F238E27FC236}">
                <a16:creationId xmlns:a16="http://schemas.microsoft.com/office/drawing/2014/main" id="{00676286-5C20-4242-A4F0-4DF1B94EC6B6}"/>
              </a:ext>
            </a:extLst>
          </p:cNvPr>
          <p:cNvSpPr txBox="1">
            <a:spLocks/>
          </p:cNvSpPr>
          <p:nvPr/>
        </p:nvSpPr>
        <p:spPr>
          <a:xfrm>
            <a:off x="990600" y="3104003"/>
            <a:ext cx="10515600" cy="1795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hu-HU" sz="2000" dirty="0"/>
              <a:t>Tanulságok:</a:t>
            </a:r>
          </a:p>
          <a:p>
            <a:pPr>
              <a:buFontTx/>
              <a:buChar char="-"/>
            </a:pPr>
            <a:r>
              <a:rPr lang="hu-HU" sz="2000" dirty="0" err="1"/>
              <a:t>Github</a:t>
            </a:r>
            <a:r>
              <a:rPr lang="hu-HU" sz="2000" dirty="0"/>
              <a:t>, </a:t>
            </a:r>
            <a:r>
              <a:rPr lang="hu-HU" sz="2000" dirty="0" err="1"/>
              <a:t>pull</a:t>
            </a:r>
            <a:r>
              <a:rPr lang="hu-HU" sz="2000" dirty="0"/>
              <a:t> </a:t>
            </a:r>
            <a:r>
              <a:rPr lang="hu-HU" sz="2000" dirty="0" err="1"/>
              <a:t>requestek</a:t>
            </a:r>
            <a:r>
              <a:rPr lang="hu-HU" sz="2000" dirty="0"/>
              <a:t> rendszeres és gyors kezelése.</a:t>
            </a:r>
          </a:p>
          <a:p>
            <a:pPr>
              <a:buFontTx/>
              <a:buChar char="-"/>
            </a:pPr>
            <a:r>
              <a:rPr lang="hu-HU" sz="2000" dirty="0"/>
              <a:t>Pontos kommunikáció</a:t>
            </a:r>
          </a:p>
          <a:p>
            <a:pPr>
              <a:buFontTx/>
              <a:buChar char="-"/>
            </a:pPr>
            <a:r>
              <a:rPr lang="hu-HU" sz="2000" dirty="0"/>
              <a:t>Időbeosztás</a:t>
            </a:r>
          </a:p>
          <a:p>
            <a:pPr>
              <a:buFontTx/>
              <a:buChar char="-"/>
            </a:pPr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3234779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églalap 4">
            <a:extLst>
              <a:ext uri="{FF2B5EF4-FFF2-40B4-BE49-F238E27FC236}">
                <a16:creationId xmlns:a16="http://schemas.microsoft.com/office/drawing/2014/main" id="{2C50AA18-375C-4C3A-86EE-1E724E4EA7F9}"/>
              </a:ext>
            </a:extLst>
          </p:cNvPr>
          <p:cNvSpPr/>
          <p:nvPr/>
        </p:nvSpPr>
        <p:spPr>
          <a:xfrm rot="5400000">
            <a:off x="2667003" y="-2666999"/>
            <a:ext cx="6857996" cy="12192002"/>
          </a:xfrm>
          <a:prstGeom prst="rect">
            <a:avLst/>
          </a:prstGeom>
          <a:solidFill>
            <a:srgbClr val="213F9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B9588694-D448-461E-9AB5-064E9F750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97686"/>
            <a:ext cx="10515600" cy="1325563"/>
          </a:xfrm>
        </p:spPr>
        <p:txBody>
          <a:bodyPr/>
          <a:lstStyle/>
          <a:p>
            <a:pPr algn="ctr"/>
            <a:r>
              <a:rPr lang="hu-HU" dirty="0">
                <a:solidFill>
                  <a:schemeClr val="bg1"/>
                </a:solidFill>
              </a:rPr>
              <a:t>Köszönjük a figyelmet!</a:t>
            </a:r>
          </a:p>
        </p:txBody>
      </p:sp>
    </p:spTree>
    <p:extLst>
      <p:ext uri="{BB962C8B-B14F-4D97-AF65-F5344CB8AC3E}">
        <p14:creationId xmlns:p14="http://schemas.microsoft.com/office/powerpoint/2010/main" val="1547719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</TotalTime>
  <Words>329</Words>
  <Application>Microsoft Office PowerPoint</Application>
  <PresentationFormat>Szélesvásznú</PresentationFormat>
  <Paragraphs>71</Paragraphs>
  <Slides>11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Office-téma</vt:lpstr>
      <vt:lpstr>PowerPoint-bemutató</vt:lpstr>
      <vt:lpstr>Kész projekt bemutatása</vt:lpstr>
      <vt:lpstr>Szakmai oldal</vt:lpstr>
      <vt:lpstr>Szakmai oldal</vt:lpstr>
      <vt:lpstr>Szakmai oldal</vt:lpstr>
      <vt:lpstr>Szakmai oldal</vt:lpstr>
      <vt:lpstr>Szakmai oldal</vt:lpstr>
      <vt:lpstr>Szakmai oldal</vt:lpstr>
      <vt:lpstr>Szakmai oldal</vt:lpstr>
      <vt:lpstr>Szakmai oldal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Ádám Révész</dc:creator>
  <cp:lastModifiedBy>Ádám Révész</cp:lastModifiedBy>
  <cp:revision>15</cp:revision>
  <dcterms:created xsi:type="dcterms:W3CDTF">2025-12-08T14:34:29Z</dcterms:created>
  <dcterms:modified xsi:type="dcterms:W3CDTF">2025-12-10T02:01:01Z</dcterms:modified>
</cp:coreProperties>
</file>